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87" d="100"/>
          <a:sy n="87" d="100"/>
        </p:scale>
        <p:origin x="1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CB046-1C1F-899A-E67A-399649408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9072E0-4FCB-9B37-AB50-D635CDBFF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18ECFB-804C-AE41-6569-7D70A5CD6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D436-CBB4-44D4-A98A-1371FB0439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599DEE-0EB7-655E-02D2-66F6E7A8C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86B528-8AAE-BA7B-8E1B-992B4FDB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5363-1C6C-4E73-84A8-5E07F15214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17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6895C9-0EFF-BC3B-B6C1-55ABBF551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6E3CE9-B092-633B-7663-B2B873A64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C6E0E1-0794-DE23-DC03-F6EB1636C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D436-CBB4-44D4-A98A-1371FB0439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3B8964-2402-1D67-C93E-90B53395D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294A03-670D-B9DA-5D57-7CF1EDAD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5363-1C6C-4E73-84A8-5E07F15214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557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B5F90D-D26B-D931-F7E5-EF881BA39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ED900B-6972-7999-E396-CF4E76773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FA794B-0121-49A8-0B87-C902462FB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D436-CBB4-44D4-A98A-1371FB0439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7B4323-BB9F-4617-7A3C-4C1882F19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1168EC-7D68-49F7-162B-1B1C78673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5363-1C6C-4E73-84A8-5E07F15214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848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DA161-24D6-63C0-7DCE-5F00DF59D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862979-9D39-DD0E-003B-0EE71B7FC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FFFD3F-00FB-1B84-44BC-5F655FED2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62B6BE-B28A-44AC-E16E-CD0F7FD66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D436-CBB4-44D4-A98A-1371FB0439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57886F-4B43-3FD5-AFD4-EA0159FB3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91C478-14D5-A767-5B85-019812466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5363-1C6C-4E73-84A8-5E07F15214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87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81EE51-BA54-6B80-B5F9-33C58ADF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B6500B-7034-DCB1-83F5-43B2B29A9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3229BB-53D6-1731-8964-89552104E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98737B-1AC0-C794-ADAA-B3E565F0F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479D30-C59A-F022-B109-703672553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2F59679-49E1-B29B-B6D3-9DBB1CA66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D436-CBB4-44D4-A98A-1371FB0439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024BB3-EB3B-CCEC-B4F8-307855ACF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B53C197-055F-440C-5208-278575A05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5363-1C6C-4E73-84A8-5E07F15214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659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17EF5A-0217-6FAD-E6BC-9CC354D4A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6D7557-1F11-1242-4225-737F6647C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D436-CBB4-44D4-A98A-1371FB0439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590A49D-7922-3C23-22C7-D0A1708CB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6805A22-F7DC-43A8-45BD-09BC51100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5363-1C6C-4E73-84A8-5E07F15214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97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1A4257-A129-359A-C155-7D354162B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D436-CBB4-44D4-A98A-1371FB0439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4765688-D867-C0E9-180F-010F02EF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9FC5F1-B3FC-38A8-EE72-D3B2ECECC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5363-1C6C-4E73-84A8-5E07F15214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788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CF42CA-EB3F-B761-AF4C-BAD08C6AE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02CD9-6A15-3668-D2CD-FC7179954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286B1E-6B16-C2AD-2CC2-7E4618D26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E96989-0CAB-55D8-1123-C42BECA1C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D436-CBB4-44D4-A98A-1371FB0439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F44168-CBBD-1196-C282-FAA2B3C95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6E3D8A-8346-B0F3-91F1-B4B2955E2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5363-1C6C-4E73-84A8-5E07F15214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554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7858E-3BCF-EB77-CE6D-2DE900C86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AC16C61-E923-C708-0AAB-1505A3683D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AF0F72-EB43-6E90-EF1A-025B78C08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F8269F-1149-C520-5D7F-DEB1A8B95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D436-CBB4-44D4-A98A-1371FB0439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745BD3-852F-B230-5DC8-280F6BD06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4D5413-7C91-80D4-7AAF-AA0DF90F4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5363-1C6C-4E73-84A8-5E07F15214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2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86881-EDF7-539E-6F23-3C4822AFD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99DE24-B25F-2E7C-1295-06E335979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430EF1-290A-88E0-2B3E-9482195CF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D436-CBB4-44D4-A98A-1371FB0439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73CA02-7E61-166F-7633-909446EF3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469D29-5D61-4443-8EA1-3602594C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5363-1C6C-4E73-84A8-5E07F15214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08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7661B39-4A95-4360-5A59-4BF419EDA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F7EC1F-5C43-0C1D-5B1C-ED5FA5425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CB19AC-5E7F-7019-F3B5-8CC569A2F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D436-CBB4-44D4-A98A-1371FB0439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92AC34-8513-4338-E13D-DCAFA4E9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1A7247-3E52-D201-F6A2-A06247BC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5363-1C6C-4E73-84A8-5E07F15214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046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E879CD0-01FB-C0A2-17FE-F38A16602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5D4026-595F-A37C-5549-39A36FE2A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5316FC-00DE-738C-E0DD-93AA85E4C0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1D436-CBB4-44D4-A98A-1371FB04394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3CC4AD-2AEC-88AB-D897-072E5A354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B5DF89-8F92-E142-F260-D6010369E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755363-1C6C-4E73-84A8-5E07F15214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08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hyperlink" Target="https://zhida.zhihu.com/search?content_id=96875877&amp;content_type=Answer&amp;match_order=1&amp;q=%E3%80%8A%E8%B6%85%E7%BA%A7%E9%A9%AC%E9%87%8C%E5%A5%A5%E3%80%8B&amp;zhida_source=entit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8EE9473-575A-3184-FA63-36FC068B5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76" y="545890"/>
            <a:ext cx="5238750" cy="305752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DACB60B-FC2F-E9B9-D64F-760F3DF6C481}"/>
              </a:ext>
            </a:extLst>
          </p:cNvPr>
          <p:cNvSpPr txBox="1"/>
          <p:nvPr/>
        </p:nvSpPr>
        <p:spPr>
          <a:xfrm>
            <a:off x="4220473" y="3956058"/>
            <a:ext cx="6094562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100"/>
              </a:spcBef>
              <a:spcAft>
                <a:spcPts val="2100"/>
              </a:spcAft>
              <a:buNone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电影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《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头部玩家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》    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在那间简陋的阁楼里，当主角韦德找到那张隐藏着终极彩蛋的游戏机，满头白发的游戏缔造者哈利迪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或者说，他那虚拟的意识投影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面对着那个真正读懂了自己内心的少年，没有说教，没有煽情，只是平静地说出了那句仿佛有千钧重量的话：</a:t>
            </a:r>
          </a:p>
          <a:p>
            <a:pPr algn="l">
              <a:spcBef>
                <a:spcPts val="2100"/>
              </a:spcBef>
              <a:spcAft>
                <a:spcPts val="2100"/>
              </a:spcAft>
              <a:buNone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“谢谢你玩我的游戏。”</a:t>
            </a:r>
            <a:endParaRPr lang="zh-CN" altLang="en-US" b="0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1D8EBFE-B034-3434-FB41-9CD4AFA71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972" y="74996"/>
            <a:ext cx="5186478" cy="326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160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955C7-29F2-8EE4-8D70-6779CD6C6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0F9563D-B588-C1FC-89C4-B7628B0C68B7}"/>
              </a:ext>
            </a:extLst>
          </p:cNvPr>
          <p:cNvSpPr txBox="1"/>
          <p:nvPr/>
        </p:nvSpPr>
        <p:spPr>
          <a:xfrm>
            <a:off x="355840" y="446991"/>
            <a:ext cx="60945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《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头号玩家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》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经典台词截图：大家来到绿洲是因为可以做各种事，但是他们沉沦于此是为了不一样的人生。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People come to the oasis because they can do all kinds of things, but they sink down in this way for a different life.</a:t>
            </a:r>
          </a:p>
          <a:p>
            <a:pPr>
              <a:buNone/>
            </a:pPr>
            <a:br>
              <a:rPr lang="en-US" altLang="zh-CN" dirty="0"/>
            </a:b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B30D478-E5DD-D0AB-92B1-C9AD62C35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166" y="222705"/>
            <a:ext cx="6858000" cy="6858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A9AD665-9CAA-36F2-1AFD-0530D020E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69D7034-64C1-1D0E-5A33-E5D10A55DC7E}"/>
              </a:ext>
            </a:extLst>
          </p:cNvPr>
          <p:cNvSpPr txBox="1"/>
          <p:nvPr/>
        </p:nvSpPr>
        <p:spPr>
          <a:xfrm>
            <a:off x="355840" y="3190040"/>
            <a:ext cx="60945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0" i="0" u="none" strike="noStrike" dirty="0">
                <a:solidFill>
                  <a:srgbClr val="09408E"/>
                </a:solidFill>
                <a:effectLst/>
                <a:latin typeface="-apple-system"/>
                <a:hlinkClick r:id="rId4"/>
              </a:rPr>
              <a:t>《</a:t>
            </a:r>
            <a:r>
              <a:rPr lang="zh-CN" altLang="en-US" b="0" i="0" u="none" strike="noStrike" dirty="0">
                <a:solidFill>
                  <a:srgbClr val="09408E"/>
                </a:solidFill>
                <a:effectLst/>
                <a:latin typeface="-apple-system"/>
                <a:hlinkClick r:id="rId4"/>
              </a:rPr>
              <a:t>超级马里奥</a:t>
            </a:r>
            <a:r>
              <a:rPr lang="en-US" altLang="zh-CN" b="0" i="0" u="none" strike="noStrike" dirty="0">
                <a:solidFill>
                  <a:srgbClr val="09408E"/>
                </a:solidFill>
                <a:effectLst/>
                <a:latin typeface="-apple-system"/>
                <a:hlinkClick r:id="rId4"/>
              </a:rPr>
              <a:t>》</a:t>
            </a:r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“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Thank you Mario! But our princess is in another castle!”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（谢谢你马里奥，但公主在另一座城堡里。）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B12389D-E16C-F94E-06DD-FFFA778B28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410" y="3371850"/>
            <a:ext cx="5238750" cy="348615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2EAA2E9A-2289-4C58-D53A-62F03A743671}"/>
              </a:ext>
            </a:extLst>
          </p:cNvPr>
          <p:cNvSpPr txBox="1"/>
          <p:nvPr/>
        </p:nvSpPr>
        <p:spPr>
          <a:xfrm>
            <a:off x="429344" y="4514602"/>
            <a:ext cx="6094562" cy="2343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altLang="zh-CN" b="1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《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超级马里奥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》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：“谢谢你马里奥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!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但是我们的公主在另一座城堡里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!”</a:t>
            </a:r>
            <a:endParaRPr lang="zh-CN" altLang="en-US" b="0" i="0" dirty="0">
              <a:solidFill>
                <a:srgbClr val="333333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ts val="225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在游戏每个大关卡结束时，马里奥打败了库巴，却没能救出公主，“我们的公主在另一座城堡里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!”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被救出的香菇人一遍遍重复着，甚至在三代中连公主本人都这样说，而马里奥努力了这么几十年，依然和公主维持着不明不白的关系。</a:t>
            </a:r>
          </a:p>
        </p:txBody>
      </p:sp>
    </p:spTree>
    <p:extLst>
      <p:ext uri="{BB962C8B-B14F-4D97-AF65-F5344CB8AC3E}">
        <p14:creationId xmlns:p14="http://schemas.microsoft.com/office/powerpoint/2010/main" val="159251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259</Words>
  <Application>Microsoft Office PowerPoint</Application>
  <PresentationFormat>宽屏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-apple-system</vt:lpstr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LIU</dc:creator>
  <cp:lastModifiedBy>Jacky LIU</cp:lastModifiedBy>
  <cp:revision>3</cp:revision>
  <dcterms:created xsi:type="dcterms:W3CDTF">2026-05-10T13:21:54Z</dcterms:created>
  <dcterms:modified xsi:type="dcterms:W3CDTF">2026-05-12T03:29:08Z</dcterms:modified>
</cp:coreProperties>
</file>